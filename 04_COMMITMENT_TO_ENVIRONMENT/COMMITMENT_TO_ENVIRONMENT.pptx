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Commitment To Environment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V3_CORE | Category: CRYPTOCURRENCY</a:t>
            </a:r>
          </a:p>
          <a:p>
            <a:r>
              <a:rPr sz="1400"/>
              <a:t>Upstream: https://github.com/Uniswap/v3-core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commitment to environment for the Anticloud integration of V3_CORE.</a:t>
            </a:r>
          </a:p>
          <a:p>
            <a:r>
              <a:rPr sz="1400"/>
              <a:t>Uniswap V3 AMM DEX contracts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V3_CORE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